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Smart Irrigation Scheduling System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An Intelligent Sensor-Driven Irrigation Scheduler Using Greedy &amp; Dynamic Programming, Asyncio, and OOP Python</a:t>
            </a:r>
            <a:br/>
            <a:r>
              <a:t>Project Defence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Candidate: Automated Software Engineering Project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Core Focus: Real-World Optimization, Concurrency, Quality Engineering &amp; AI-Assisted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1. Real-World Problem &amp; Motivation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Eliminating Agricultural Water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Fixed-schedule watering wastes up to 50% of agricultural freshwater reserves.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Water applied when soil is saturated or rain is imminent causes nutrient runoff.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Indiscriminate watering rapidly exhausts limited local water storage reservoirs.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Solution: Dynamically synthesize real-time soil telemetry + weather forecasts under strict water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2. Computational Thinking &amp; Decomposition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Decomposing the Problem into Decoupled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Decomposition: Telemetry Polling -&gt; Weather Discounting -&gt; Need Scoring -&gt; Knapsack Scheduling -&gt; Dispatch.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Pattern Recognition: Recognizing resource allocation under a capacity limit as the 0/1 Knapsack problem.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Abstraction: Isolating hardware and algorithms behind Abstract Base Classes (Sensor, WeatherService, Scheduler).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Algorithm Selection: Heuristic Greedy for ultra-low latency vs. Dynamic Programming for mathematical optimality.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3. Mathematical Modeling: 0/1 Knapsack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Formulating Constrained Combinatorial Water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Objective: Maximize cumulative benefit score sum(v_i * x_i) subject to sum(w_i * x_i) &lt;= Water_Budget.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Integer Discretization: w_i = ceil(NetWaterNeeded) to ensure conservative budget compliance.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Deficit Urgency: v_i proportional to moisture deficit, crop vulnerability priority, and (1 - rain_prob).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Bellman DP Recurrence: DP[i][w] = max(DP[i-1][w], v_i + DP[i-1][w - w_i]).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4. Algorithmic Trade-Off: Greedy vs. DP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Empirical Proof of Heuristic Speed vs. Absolute Optimality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Greedy Heuristic: O(n log n) time, O(n) space. Computes schedule in ~50 microseconds.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Dynamic Programming: O(nW) pseudo-polynomial time. Guarantees global optimum for integer capacities.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Classic Counter-Example: In test_dp_beats_greedy_on_classic_case, Greedy achieves benefit 160 vs DP benefit 220 (+37.5%).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Scalability: At 200 fields, Greedy takes 58 us (0.22% gap), while DP takes 2.1s and 8.6 MB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5. Software Architecture &amp; Design Patterns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Clean, Extensible Object-Oriented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Strategy Pattern: Scheduler ABC with swappable GreedyScheduler and DPScheduler implementations.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Composition over Inheritance: IrrigationSystem composes SensorManager, WeatherService, and Scheduler.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Immutable Domain Models: Frozen dataclasses (@dataclass(frozen=True)) guarantee thread safety.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Pure Functions: Need, deficit, and weather calculations produce zero side-effects and have referential transparency.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6. Concurrency Architecture &amp; Python GIL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Asynchronous I/O vs. Multiprocessing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I/O-Bound Workload (Sensor Polling): asyncio.gather overlaps sensor response latencies without threads.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Sensors Polling Speedup: 10 sensors = 10.9x speedup; 100 sensors = 139.2x; 500 sensors = 349.8x speedup.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CPU-Bound Workload (Batch DP): ProcessPoolExecutor bypasses the Python GIL across separate OS processes.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Fault Tolerance: Timeouts via asyncio.wait_for isolate failing nodes without crashing the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7. Software Quality, Testing &amp; DevOps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Automated Multi-Tier Verification (60 Tests, 99% Coverage)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Testing Levels: Unit, Integration, End-to-End CLI, and Property-Based testing.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Property-Based Testing (Hypothesis): Formally proves sum(water) &lt;= budget and DP == Brute-Force optimum.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Static Quality: mypy --strict (0 errors), ruff linting (all passed), black formatting (PEP 8 compliant).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DevOps &amp; Automation: Dockerfile, docker-compose.yml, and automated GitHub Actions CI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8. AI-Assisted Software Engineering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Specification-First Development &amp; Human-in-the-Loop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Specification-First: Detailed requirements written before prompting (FR-01 through FR-09).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Constrained Prompting: Specified pure functions, explicit parameter types, and validation rules.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Critical Review Corrections: Fixed continuous deficit omission, corrected floating-point DP weights via ceil.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Verification Protocol: All generated code validated through strict types, linting, and property-based test suites.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4D2E"/>
                </a:solidFill>
              </a:defRPr>
            </a:pPr>
            <a:r>
              <a:t>9. Live Demonstration &amp; Technical Defence</a:t>
            </a:r>
          </a:p>
          <a:p>
            <a:pPr>
              <a:defRPr sz="1600">
                <a:solidFill>
                  <a:srgbClr val="4F6F52"/>
                </a:solidFill>
              </a:defRPr>
            </a:pPr>
            <a:r>
              <a:t>Demonstration Capabilities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Interactive CLI: Real-time sensor display, weather forecasts, candidate ranking, and algorithm comparison.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One-Shot Execution: python -m app.main --demo --budget 40 --log schedule.log.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Complete Defence Q&amp;A: Pre-prepared answers for algorithmic, concurrency, OOP, and testing viva questions.</a:t>
            </a:r>
          </a:p>
          <a:p>
            <a:pPr>
              <a:spcAft>
                <a:spcPts val="1400"/>
              </a:spcAft>
              <a:defRPr sz="1800">
                <a:solidFill>
                  <a:srgbClr val="1E1E1E"/>
                </a:solidFill>
              </a:defRPr>
            </a:pPr>
            <a:r>
              <a:t>•  Production Ready: Modular, fully documented, containerized, and mathematically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